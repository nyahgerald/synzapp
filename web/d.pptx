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YNZAPP_RC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217920"/>
            <a:ext cx="11055096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32764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RCA-1  •  Project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2764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2764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19659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DD3FC"/>
                </a:solidFill>
              </a:rPr>
              <a:t>ROOT CAUSE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8680" y="2395728"/>
            <a:ext cx="10424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</a:rPr>
              <a:t>Title with &lt; &amp; &gt; "quotes"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68680" y="404164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Project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4617720"/>
            <a:ext cx="2194560" cy="2743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4892040"/>
            <a:ext cx="10424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RCA-1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  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Open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  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now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9409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0369A1"/>
                </a:solidFill>
              </a:rPr>
              <a:t>WHAT THIS ANALYSIS COVERS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9409176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At a glance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353312"/>
            <a:ext cx="1105509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481328"/>
            <a:ext cx="2516886" cy="1024128"/>
          </a:xfrm>
          <a:prstGeom prst="roundRect">
            <a:avLst>
              <a:gd name="adj" fmla="val 53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645920"/>
            <a:ext cx="211455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64748B"/>
                </a:solidFill>
              </a:rPr>
              <a:t>STATUS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" y="1901952"/>
            <a:ext cx="211455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Open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12998" y="1481328"/>
            <a:ext cx="2516886" cy="1024128"/>
          </a:xfrm>
          <a:prstGeom prst="roundRect">
            <a:avLst>
              <a:gd name="adj" fmla="val 53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4166" y="1645920"/>
            <a:ext cx="211455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64748B"/>
                </a:solidFill>
              </a:rPr>
              <a:t>NODES ANALYSED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14166" y="1901952"/>
            <a:ext cx="211455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3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259068" y="1481328"/>
            <a:ext cx="2516886" cy="1024128"/>
          </a:xfrm>
          <a:prstGeom prst="roundRect">
            <a:avLst>
              <a:gd name="adj" fmla="val 53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60236" y="1645920"/>
            <a:ext cx="211455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64748B"/>
                </a:solidFill>
              </a:rPr>
              <a:t>EVIDENCE ITEMS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60236" y="1901952"/>
            <a:ext cx="211455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1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105138" y="1481328"/>
            <a:ext cx="2516886" cy="1024128"/>
          </a:xfrm>
          <a:prstGeom prst="roundRect">
            <a:avLst>
              <a:gd name="adj" fmla="val 53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06306" y="1645920"/>
            <a:ext cx="211455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64748B"/>
                </a:solidFill>
              </a:rPr>
              <a:t>SECTIONS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306306" y="1901952"/>
            <a:ext cx="211455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1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66928" y="2880360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Contents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6928" y="3310128"/>
            <a:ext cx="52532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69A1"/>
                </a:solidFill>
              </a:rPr>
              <a:t>01 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1. Incident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   1 item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2764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1214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DD3FC"/>
                </a:solidFill>
              </a:rPr>
              <a:t>01 /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2505456"/>
            <a:ext cx="11055096" cy="8595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1. Incident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3401568"/>
            <a:ext cx="773856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Scope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39867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</a:rPr>
              <a:t>1 item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4846320"/>
            <a:ext cx="11055096" cy="493776"/>
          </a:xfrm>
          <a:prstGeom prst="chevron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4846320"/>
            <a:ext cx="1083564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1. Incident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2764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9409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0369A1"/>
                </a:solidFill>
              </a:rPr>
              <a:t>1. INCIDENT   •   INCIDENT   •   1 OF 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9409176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Node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353312"/>
            <a:ext cx="1105509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10149840" y="475488"/>
            <a:ext cx="1472184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0" y="475488"/>
            <a:ext cx="1472184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Open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1481328"/>
            <a:ext cx="11055096" cy="1298448"/>
          </a:xfrm>
          <a:prstGeom prst="roundRect">
            <a:avLst>
              <a:gd name="adj" fmla="val 35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" y="1572768"/>
            <a:ext cx="45720" cy="1115568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1600200"/>
            <a:ext cx="10652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64748B"/>
                </a:solidFill>
              </a:rPr>
              <a:t>F0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68096" y="1810512"/>
            <a:ext cx="10652760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907792"/>
            <a:ext cx="5362956" cy="804672"/>
          </a:xfrm>
          <a:prstGeom prst="roundRect">
            <a:avLst>
              <a:gd name="adj" fmla="val 56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" y="2999232"/>
            <a:ext cx="45720" cy="62179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" y="3026664"/>
            <a:ext cx="49606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64748B"/>
                </a:solidFill>
              </a:rPr>
              <a:t>F1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68096" y="3236976"/>
            <a:ext cx="496062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v1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59068" y="2907792"/>
            <a:ext cx="5362956" cy="804672"/>
          </a:xfrm>
          <a:prstGeom prst="roundRect">
            <a:avLst>
              <a:gd name="adj" fmla="val 56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77356" y="2999232"/>
            <a:ext cx="45720" cy="62179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8" name="Text 16"/>
          <p:cNvSpPr/>
          <p:nvPr/>
        </p:nvSpPr>
        <p:spPr>
          <a:xfrm>
            <a:off x="6460236" y="3026664"/>
            <a:ext cx="49606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64748B"/>
                </a:solidFill>
              </a:rPr>
              <a:t>F2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60236" y="3236976"/>
            <a:ext cx="496062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v2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2764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9409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0369A1"/>
                </a:solidFill>
              </a:rPr>
              <a:t>1. INCIDENT   •   INCIDENT   •   2 OF 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9409176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Node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353312"/>
            <a:ext cx="1105509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10149840" y="475488"/>
            <a:ext cx="1472184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0" y="475488"/>
            <a:ext cx="1472184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Open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1481328"/>
            <a:ext cx="5362956" cy="804672"/>
          </a:xfrm>
          <a:prstGeom prst="roundRect">
            <a:avLst>
              <a:gd name="adj" fmla="val 56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" y="1572768"/>
            <a:ext cx="45720" cy="62179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1600200"/>
            <a:ext cx="49606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64748B"/>
                </a:solidFill>
              </a:rPr>
              <a:t>F3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68096" y="1810512"/>
            <a:ext cx="496062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v3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59068" y="1481328"/>
            <a:ext cx="5362956" cy="804672"/>
          </a:xfrm>
          <a:prstGeom prst="roundRect">
            <a:avLst>
              <a:gd name="adj" fmla="val 56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77356" y="1572768"/>
            <a:ext cx="45720" cy="62179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4" name="Text 12"/>
          <p:cNvSpPr/>
          <p:nvPr/>
        </p:nvSpPr>
        <p:spPr>
          <a:xfrm>
            <a:off x="6460236" y="1600200"/>
            <a:ext cx="49606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64748B"/>
                </a:solidFill>
              </a:rPr>
              <a:t>F4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60236" y="1810512"/>
            <a:ext cx="496062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v4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2414016"/>
            <a:ext cx="11055096" cy="1298448"/>
          </a:xfrm>
          <a:prstGeom prst="roundRect">
            <a:avLst>
              <a:gd name="adj" fmla="val 35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" y="2505456"/>
            <a:ext cx="45720" cy="1115568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" y="2532888"/>
            <a:ext cx="10652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64748B"/>
                </a:solidFill>
              </a:rPr>
              <a:t>F5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68096" y="2743200"/>
            <a:ext cx="10652760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2764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9409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0369A1"/>
                </a:solidFill>
              </a:rPr>
              <a:t>1. INCIDENT   •   INCIDENT   •   3 OF 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9409176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Node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353312"/>
            <a:ext cx="1105509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10149840" y="475488"/>
            <a:ext cx="1472184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0" y="475488"/>
            <a:ext cx="1472184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Open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1481328"/>
            <a:ext cx="5362956" cy="804672"/>
          </a:xfrm>
          <a:prstGeom prst="roundRect">
            <a:avLst>
              <a:gd name="adj" fmla="val 56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" y="1572768"/>
            <a:ext cx="45720" cy="62179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1600200"/>
            <a:ext cx="49606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64748B"/>
                </a:solidFill>
              </a:rPr>
              <a:t>F6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68096" y="1810512"/>
            <a:ext cx="496062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v6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59068" y="1481328"/>
            <a:ext cx="5362956" cy="804672"/>
          </a:xfrm>
          <a:prstGeom prst="roundRect">
            <a:avLst>
              <a:gd name="adj" fmla="val 56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77356" y="1572768"/>
            <a:ext cx="45720" cy="62179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4" name="Text 12"/>
          <p:cNvSpPr/>
          <p:nvPr/>
        </p:nvSpPr>
        <p:spPr>
          <a:xfrm>
            <a:off x="6460236" y="1600200"/>
            <a:ext cx="49606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64748B"/>
                </a:solidFill>
              </a:rPr>
              <a:t>F7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60236" y="1810512"/>
            <a:ext cx="496062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v7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2414016"/>
            <a:ext cx="5362956" cy="804672"/>
          </a:xfrm>
          <a:prstGeom prst="roundRect">
            <a:avLst>
              <a:gd name="adj" fmla="val 56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" y="2505456"/>
            <a:ext cx="45720" cy="62179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" y="2532888"/>
            <a:ext cx="49606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64748B"/>
                </a:solidFill>
              </a:rPr>
              <a:t>F8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68096" y="2743200"/>
            <a:ext cx="496062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v8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59068" y="2414016"/>
            <a:ext cx="5362956" cy="804672"/>
          </a:xfrm>
          <a:prstGeom prst="roundRect">
            <a:avLst>
              <a:gd name="adj" fmla="val 56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77356" y="2505456"/>
            <a:ext cx="45720" cy="62179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22" name="Text 20"/>
          <p:cNvSpPr/>
          <p:nvPr/>
        </p:nvSpPr>
        <p:spPr>
          <a:xfrm>
            <a:off x="6460236" y="2532888"/>
            <a:ext cx="49606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64748B"/>
                </a:solidFill>
              </a:rPr>
              <a:t>F9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60236" y="2743200"/>
            <a:ext cx="496062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v9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2764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9409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0369A1"/>
                </a:solidFill>
              </a:rPr>
              <a:t>1. INCIDENT   •   INCIDENT   •   4 OF 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9409176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Node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353312"/>
            <a:ext cx="1105509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10149840" y="475488"/>
            <a:ext cx="1472184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0" y="475488"/>
            <a:ext cx="1472184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Open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1481328"/>
            <a:ext cx="11055096" cy="1298448"/>
          </a:xfrm>
          <a:prstGeom prst="roundRect">
            <a:avLst>
              <a:gd name="adj" fmla="val 35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" y="1572768"/>
            <a:ext cx="45720" cy="1115568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1600200"/>
            <a:ext cx="10652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64748B"/>
                </a:solidFill>
              </a:rPr>
              <a:t>F10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68096" y="1810512"/>
            <a:ext cx="10652760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907792"/>
            <a:ext cx="5362956" cy="804672"/>
          </a:xfrm>
          <a:prstGeom prst="roundRect">
            <a:avLst>
              <a:gd name="adj" fmla="val 56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" y="2999232"/>
            <a:ext cx="45720" cy="62179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" y="3026664"/>
            <a:ext cx="49606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64748B"/>
                </a:solidFill>
              </a:rPr>
              <a:t>F11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68096" y="3236976"/>
            <a:ext cx="496062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v11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59068" y="2907792"/>
            <a:ext cx="5362956" cy="804672"/>
          </a:xfrm>
          <a:prstGeom prst="roundRect">
            <a:avLst>
              <a:gd name="adj" fmla="val 56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77356" y="2999232"/>
            <a:ext cx="45720" cy="62179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8" name="Text 16"/>
          <p:cNvSpPr/>
          <p:nvPr/>
        </p:nvSpPr>
        <p:spPr>
          <a:xfrm>
            <a:off x="6460236" y="3026664"/>
            <a:ext cx="49606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64748B"/>
                </a:solidFill>
              </a:rPr>
              <a:t>F12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60236" y="3236976"/>
            <a:ext cx="496062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v12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2764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9409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0369A1"/>
                </a:solidFill>
              </a:rPr>
              <a:t>1. INCIDENT   •   INCIDENT   •   5 OF 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9409176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Node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353312"/>
            <a:ext cx="1105509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10149840" y="475488"/>
            <a:ext cx="1472184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0" y="475488"/>
            <a:ext cx="1472184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Open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1481328"/>
            <a:ext cx="5362956" cy="804672"/>
          </a:xfrm>
          <a:prstGeom prst="roundRect">
            <a:avLst>
              <a:gd name="adj" fmla="val 56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" y="1572768"/>
            <a:ext cx="45720" cy="62179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1600200"/>
            <a:ext cx="49606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64748B"/>
                </a:solidFill>
              </a:rPr>
              <a:t>F13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68096" y="1810512"/>
            <a:ext cx="496062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v13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59068" y="1481328"/>
            <a:ext cx="5362956" cy="804672"/>
          </a:xfrm>
          <a:prstGeom prst="roundRect">
            <a:avLst>
              <a:gd name="adj" fmla="val 56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77356" y="1572768"/>
            <a:ext cx="45720" cy="62179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4" name="Text 12"/>
          <p:cNvSpPr/>
          <p:nvPr/>
        </p:nvSpPr>
        <p:spPr>
          <a:xfrm>
            <a:off x="6460236" y="1600200"/>
            <a:ext cx="49606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64748B"/>
                </a:solidFill>
              </a:rPr>
              <a:t>F14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60236" y="1810512"/>
            <a:ext cx="496062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v14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2414016"/>
            <a:ext cx="11055096" cy="1298448"/>
          </a:xfrm>
          <a:prstGeom prst="roundRect">
            <a:avLst>
              <a:gd name="adj" fmla="val 35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" y="2505456"/>
            <a:ext cx="45720" cy="1115568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" y="2532888"/>
            <a:ext cx="10652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64748B"/>
                </a:solidFill>
              </a:rPr>
              <a:t>F15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68096" y="2743200"/>
            <a:ext cx="10652760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2764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9409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0369A1"/>
                </a:solidFill>
              </a:rPr>
              <a:t>1. INCIDENT   •   INCIDENT   •   6 OF 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9409176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Node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353312"/>
            <a:ext cx="1105509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10149840" y="475488"/>
            <a:ext cx="1472184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0" y="475488"/>
            <a:ext cx="1472184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Open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1481328"/>
            <a:ext cx="5362956" cy="804672"/>
          </a:xfrm>
          <a:prstGeom prst="roundRect">
            <a:avLst>
              <a:gd name="adj" fmla="val 56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" y="1572768"/>
            <a:ext cx="45720" cy="62179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1600200"/>
            <a:ext cx="49606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64748B"/>
                </a:solidFill>
              </a:rPr>
              <a:t>F16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68096" y="1810512"/>
            <a:ext cx="496062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v16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59068" y="1481328"/>
            <a:ext cx="5362956" cy="804672"/>
          </a:xfrm>
          <a:prstGeom prst="roundRect">
            <a:avLst>
              <a:gd name="adj" fmla="val 56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77356" y="1572768"/>
            <a:ext cx="45720" cy="62179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4" name="Text 12"/>
          <p:cNvSpPr/>
          <p:nvPr/>
        </p:nvSpPr>
        <p:spPr>
          <a:xfrm>
            <a:off x="6460236" y="1600200"/>
            <a:ext cx="49606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64748B"/>
                </a:solidFill>
              </a:rPr>
              <a:t>F17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60236" y="1810512"/>
            <a:ext cx="496062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v17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2414016"/>
            <a:ext cx="5362956" cy="804672"/>
          </a:xfrm>
          <a:prstGeom prst="roundRect">
            <a:avLst>
              <a:gd name="adj" fmla="val 56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" y="2505456"/>
            <a:ext cx="45720" cy="62179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" y="2532888"/>
            <a:ext cx="49606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64748B"/>
                </a:solidFill>
              </a:rPr>
              <a:t>F18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68096" y="2743200"/>
            <a:ext cx="496062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v18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59068" y="2414016"/>
            <a:ext cx="5362956" cy="804672"/>
          </a:xfrm>
          <a:prstGeom prst="roundRect">
            <a:avLst>
              <a:gd name="adj" fmla="val 56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77356" y="2505456"/>
            <a:ext cx="45720" cy="62179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22" name="Text 20"/>
          <p:cNvSpPr/>
          <p:nvPr/>
        </p:nvSpPr>
        <p:spPr>
          <a:xfrm>
            <a:off x="6460236" y="2532888"/>
            <a:ext cx="49606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64748B"/>
                </a:solidFill>
              </a:rPr>
              <a:t>F19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60236" y="2743200"/>
            <a:ext cx="496062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v19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2764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9409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0369A1"/>
                </a:solidFill>
              </a:rPr>
              <a:t>1. INCIDENT   •   INCIDENT   •   7 OF 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9409176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Node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353312"/>
            <a:ext cx="1105509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10149840" y="475488"/>
            <a:ext cx="1472184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0" y="475488"/>
            <a:ext cx="1472184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Open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1481328"/>
            <a:ext cx="11055096" cy="1298448"/>
          </a:xfrm>
          <a:prstGeom prst="roundRect">
            <a:avLst>
              <a:gd name="adj" fmla="val 35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" y="1572768"/>
            <a:ext cx="45720" cy="1115568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1600200"/>
            <a:ext cx="10652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64748B"/>
                </a:solidFill>
              </a:rPr>
              <a:t>F20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68096" y="1810512"/>
            <a:ext cx="10652760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907792"/>
            <a:ext cx="5362956" cy="804672"/>
          </a:xfrm>
          <a:prstGeom prst="roundRect">
            <a:avLst>
              <a:gd name="adj" fmla="val 56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" y="2999232"/>
            <a:ext cx="45720" cy="62179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" y="3026664"/>
            <a:ext cx="49606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64748B"/>
                </a:solidFill>
              </a:rPr>
              <a:t>F21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68096" y="3236976"/>
            <a:ext cx="496062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v21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59068" y="2907792"/>
            <a:ext cx="5362956" cy="804672"/>
          </a:xfrm>
          <a:prstGeom prst="roundRect">
            <a:avLst>
              <a:gd name="adj" fmla="val 56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77356" y="2999232"/>
            <a:ext cx="45720" cy="62179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8" name="Text 16"/>
          <p:cNvSpPr/>
          <p:nvPr/>
        </p:nvSpPr>
        <p:spPr>
          <a:xfrm>
            <a:off x="6460236" y="3026664"/>
            <a:ext cx="49606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64748B"/>
                </a:solidFill>
              </a:rPr>
              <a:t>F22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60236" y="3236976"/>
            <a:ext cx="496062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v22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2764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9409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0369A1"/>
                </a:solidFill>
              </a:rPr>
              <a:t>1. INCIDENT   •   INCIDENT   •   8 OF 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9409176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Node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353312"/>
            <a:ext cx="1105509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10149840" y="475488"/>
            <a:ext cx="1472184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0" y="475488"/>
            <a:ext cx="1472184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Open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1481328"/>
            <a:ext cx="5362956" cy="804672"/>
          </a:xfrm>
          <a:prstGeom prst="roundRect">
            <a:avLst>
              <a:gd name="adj" fmla="val 56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" y="1572768"/>
            <a:ext cx="45720" cy="62179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1600200"/>
            <a:ext cx="49606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64748B"/>
                </a:solidFill>
              </a:rPr>
              <a:t>F23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68096" y="1810512"/>
            <a:ext cx="496062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v23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59068" y="1481328"/>
            <a:ext cx="5362956" cy="804672"/>
          </a:xfrm>
          <a:prstGeom prst="roundRect">
            <a:avLst>
              <a:gd name="adj" fmla="val 56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77356" y="1572768"/>
            <a:ext cx="45720" cy="62179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4" name="Text 12"/>
          <p:cNvSpPr/>
          <p:nvPr/>
        </p:nvSpPr>
        <p:spPr>
          <a:xfrm>
            <a:off x="6460236" y="1600200"/>
            <a:ext cx="49606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64748B"/>
                </a:solidFill>
              </a:rPr>
              <a:t>F24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60236" y="1810512"/>
            <a:ext cx="496062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v24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2414016"/>
            <a:ext cx="11055096" cy="1298448"/>
          </a:xfrm>
          <a:prstGeom prst="roundRect">
            <a:avLst>
              <a:gd name="adj" fmla="val 35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" y="2505456"/>
            <a:ext cx="45720" cy="1115568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" y="2532888"/>
            <a:ext cx="10652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64748B"/>
                </a:solidFill>
              </a:rPr>
              <a:t>F25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68096" y="2743200"/>
            <a:ext cx="10652760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2764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9409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0369A1"/>
                </a:solidFill>
              </a:rPr>
              <a:t>1. INCIDENT   •   INCIDENT   •   9 OF 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9409176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Node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353312"/>
            <a:ext cx="1105509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10149840" y="475488"/>
            <a:ext cx="1472184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0" y="475488"/>
            <a:ext cx="1472184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Open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1481328"/>
            <a:ext cx="5362956" cy="804672"/>
          </a:xfrm>
          <a:prstGeom prst="roundRect">
            <a:avLst>
              <a:gd name="adj" fmla="val 56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" y="1572768"/>
            <a:ext cx="45720" cy="62179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1600200"/>
            <a:ext cx="49606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64748B"/>
                </a:solidFill>
              </a:rPr>
              <a:t>F26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68096" y="1810512"/>
            <a:ext cx="496062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v26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59068" y="1481328"/>
            <a:ext cx="5362956" cy="804672"/>
          </a:xfrm>
          <a:prstGeom prst="roundRect">
            <a:avLst>
              <a:gd name="adj" fmla="val 56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77356" y="1572768"/>
            <a:ext cx="45720" cy="62179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4" name="Text 12"/>
          <p:cNvSpPr/>
          <p:nvPr/>
        </p:nvSpPr>
        <p:spPr>
          <a:xfrm>
            <a:off x="6460236" y="1600200"/>
            <a:ext cx="49606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64748B"/>
                </a:solidFill>
              </a:rPr>
              <a:t>F27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60236" y="1810512"/>
            <a:ext cx="496062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v27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2414016"/>
            <a:ext cx="5362956" cy="804672"/>
          </a:xfrm>
          <a:prstGeom prst="roundRect">
            <a:avLst>
              <a:gd name="adj" fmla="val 56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" y="2505456"/>
            <a:ext cx="45720" cy="62179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" y="2532888"/>
            <a:ext cx="49606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64748B"/>
                </a:solidFill>
              </a:rPr>
              <a:t>F28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68096" y="2743200"/>
            <a:ext cx="496062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v28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59068" y="2414016"/>
            <a:ext cx="5362956" cy="804672"/>
          </a:xfrm>
          <a:prstGeom prst="roundRect">
            <a:avLst>
              <a:gd name="adj" fmla="val 56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77356" y="2505456"/>
            <a:ext cx="45720" cy="62179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22" name="Text 20"/>
          <p:cNvSpPr/>
          <p:nvPr/>
        </p:nvSpPr>
        <p:spPr>
          <a:xfrm>
            <a:off x="6460236" y="2532888"/>
            <a:ext cx="49606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64748B"/>
                </a:solidFill>
              </a:rPr>
              <a:t>F29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60236" y="2743200"/>
            <a:ext cx="496062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v29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6928" y="448056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64748B"/>
                </a:solidFill>
              </a:rPr>
              <a:t>EVIDENCE  •  1 item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66928" y="4791456"/>
            <a:ext cx="2148840" cy="1207008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065776"/>
            <a:ext cx="2002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No preview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8368" y="5687568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a.pdf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2764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Synzapp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with &lt; &amp; &gt; "quotes"</dc:title>
  <dc:subject>Title with &lt; &amp; &gt; "quotes"</dc:subject>
  <dc:creator>Synzapp RCA</dc:creator>
  <cp:lastModifiedBy>Synzapp RCA</cp:lastModifiedBy>
  <cp:revision>1</cp:revision>
  <dcterms:created xsi:type="dcterms:W3CDTF">2026-09-15T18:04:43Z</dcterms:created>
  <dcterms:modified xsi:type="dcterms:W3CDTF">2026-09-15T18:04:43Z</dcterms:modified>
</cp:coreProperties>
</file>