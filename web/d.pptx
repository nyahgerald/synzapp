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YNZAPP_RC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217920"/>
            <a:ext cx="1105509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32764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RCA-1  •  Project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9659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DD3FC"/>
                </a:solidFill>
              </a:rPr>
              <a:t>ROOT CAUSE ANALYSIS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395728"/>
            <a:ext cx="10424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Title with &lt; &amp; &gt; "quotes"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68680" y="4041648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Project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4617720"/>
            <a:ext cx="2194560" cy="2743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4892040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RCA-1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Open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now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WHAT THIS ANALYSIS COVERS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At a glance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81328"/>
            <a:ext cx="2516886" cy="1024128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645920"/>
            <a:ext cx="211455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4748B"/>
                </a:solidFill>
              </a:rPr>
              <a:t>STATUS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8096" y="1901952"/>
            <a:ext cx="211455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Open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412998" y="1481328"/>
            <a:ext cx="2516886" cy="1024128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4166" y="1645920"/>
            <a:ext cx="211455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4748B"/>
                </a:solidFill>
              </a:rPr>
              <a:t>NODES ANALYSED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4166" y="1901952"/>
            <a:ext cx="211455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59068" y="1481328"/>
            <a:ext cx="2516886" cy="1024128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0236" y="1645920"/>
            <a:ext cx="211455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4748B"/>
                </a:solidFill>
              </a:rPr>
              <a:t>EVIDENCE ITEMS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60236" y="1901952"/>
            <a:ext cx="211455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1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9105138" y="1481328"/>
            <a:ext cx="2516886" cy="1024128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06306" y="1645920"/>
            <a:ext cx="211455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4748B"/>
                </a:solidFill>
              </a:rPr>
              <a:t>SECTIONS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306306" y="1901952"/>
            <a:ext cx="211455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1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66928" y="2880360"/>
            <a:ext cx="11055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Contents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6928" y="3310128"/>
            <a:ext cx="52532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01  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1. Incident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   1 item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12140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DD3FC"/>
                </a:solidFill>
              </a:rPr>
              <a:t>01 / 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2505456"/>
            <a:ext cx="11055096" cy="8595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1. Incident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773856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Scope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39867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D3FC"/>
                </a:solidFill>
              </a:rPr>
              <a:t>1 item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846320"/>
            <a:ext cx="11055096" cy="493776"/>
          </a:xfrm>
          <a:prstGeom prst="chevron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4846320"/>
            <a:ext cx="1083564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1. Incident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1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11055096" cy="1298448"/>
          </a:xfrm>
          <a:prstGeom prst="roundRect">
            <a:avLst>
              <a:gd name="adj" fmla="val 35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111556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10652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1065276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</a:rPr>
              <a:t>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907792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" y="2999232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68096" y="3236976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59068" y="2907792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7356" y="2999232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6460236" y="3026664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60236" y="3236976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2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906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735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646023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6023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v4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414016"/>
            <a:ext cx="11055096" cy="1298448"/>
          </a:xfrm>
          <a:prstGeom prst="roundRect">
            <a:avLst>
              <a:gd name="adj" fmla="val 35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" y="2505456"/>
            <a:ext cx="45720" cy="111556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2532888"/>
            <a:ext cx="10652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68096" y="2743200"/>
            <a:ext cx="1065276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</a:rPr>
              <a:t>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3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906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735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646023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6023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v7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414016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" y="2505456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2532888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F8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68096" y="2743200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v8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59068" y="2414016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7356" y="2505456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22" name="Text 20"/>
          <p:cNvSpPr/>
          <p:nvPr/>
        </p:nvSpPr>
        <p:spPr>
          <a:xfrm>
            <a:off x="6460236" y="2532888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60236" y="2743200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v9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4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11055096" cy="1298448"/>
          </a:xfrm>
          <a:prstGeom prst="roundRect">
            <a:avLst>
              <a:gd name="adj" fmla="val 35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111556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10652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1065276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</a:rPr>
              <a:t>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907792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" y="2999232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68096" y="3236976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59068" y="2907792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7356" y="2999232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6460236" y="3026664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60236" y="3236976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5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906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735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646023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6023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v14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414016"/>
            <a:ext cx="11055096" cy="1298448"/>
          </a:xfrm>
          <a:prstGeom prst="roundRect">
            <a:avLst>
              <a:gd name="adj" fmla="val 35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" y="2505456"/>
            <a:ext cx="45720" cy="111556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2532888"/>
            <a:ext cx="10652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68096" y="2743200"/>
            <a:ext cx="1065276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</a:rPr>
              <a:t>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6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906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735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646023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6023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v17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414016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" y="2505456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2532888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F18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68096" y="2743200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v18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59068" y="2414016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7356" y="2505456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22" name="Text 20"/>
          <p:cNvSpPr/>
          <p:nvPr/>
        </p:nvSpPr>
        <p:spPr>
          <a:xfrm>
            <a:off x="6460236" y="2532888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F19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60236" y="2743200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v19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7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11055096" cy="1298448"/>
          </a:xfrm>
          <a:prstGeom prst="roundRect">
            <a:avLst>
              <a:gd name="adj" fmla="val 35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111556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10652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1065276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</a:rPr>
              <a:t>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907792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" y="2999232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68096" y="3236976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59068" y="2907792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7356" y="2999232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6460236" y="3026664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60236" y="3236976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8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906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735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646023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6023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v24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414016"/>
            <a:ext cx="11055096" cy="1298448"/>
          </a:xfrm>
          <a:prstGeom prst="roundRect">
            <a:avLst>
              <a:gd name="adj" fmla="val 35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" y="2505456"/>
            <a:ext cx="45720" cy="111556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2532888"/>
            <a:ext cx="10652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68096" y="2743200"/>
            <a:ext cx="1065276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172A"/>
                </a:solidFill>
              </a:rPr>
              <a:t>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1. INCIDENT   •   INCIDENT   •   9 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Node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0" y="475488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0" y="475488"/>
            <a:ext cx="147218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Open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906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735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4" name="Text 12"/>
          <p:cNvSpPr/>
          <p:nvPr/>
        </p:nvSpPr>
        <p:spPr>
          <a:xfrm>
            <a:off x="646023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6023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v27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414016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" y="2505456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2532888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F28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68096" y="2743200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v28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59068" y="2414016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7356" y="2505456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22" name="Text 20"/>
          <p:cNvSpPr/>
          <p:nvPr/>
        </p:nvSpPr>
        <p:spPr>
          <a:xfrm>
            <a:off x="6460236" y="2532888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F29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60236" y="2743200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v29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448056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EVIDENCE  •  1 item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66928" y="4791456"/>
            <a:ext cx="2148840" cy="1207008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5065776"/>
            <a:ext cx="20025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No preview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58368" y="5687568"/>
            <a:ext cx="196596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a.pdf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Synzapp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with &lt; &amp; &gt; "quotes"</dc:title>
  <dc:subject>Title with &lt; &amp; &gt; "quotes"</dc:subject>
  <dc:creator>Synzapp RCA</dc:creator>
  <cp:lastModifiedBy>Synzapp RCA</cp:lastModifiedBy>
  <cp:revision>1</cp:revision>
  <dcterms:created xsi:type="dcterms:W3CDTF">2026-09-15T17:42:32Z</dcterms:created>
  <dcterms:modified xsi:type="dcterms:W3CDTF">2026-09-15T17:42:32Z</dcterms:modified>
</cp:coreProperties>
</file>