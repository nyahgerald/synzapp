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YNZAPP_RCA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6217920"/>
            <a:ext cx="11055096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6327648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RCA-2026-ZB9PL2  •  Fire under the oven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327648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327648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196596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7DD3FC"/>
                </a:solidFill>
              </a:rPr>
              <a:t>ROOT CAUSE ANALYSIS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68680" y="2395728"/>
            <a:ext cx="104241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FFFFF"/>
                </a:solidFill>
              </a:rPr>
              <a:t>Tortilla output posted against dough-batch production order on Line 3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868680" y="4041648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</a:rPr>
              <a:t>Fire under the oven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68680" y="4617720"/>
            <a:ext cx="2194560" cy="27432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4892040"/>
            <a:ext cx="10424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RCA-2026-ZB9PL2</a:t>
            </a:r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     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Investigating</a:t>
            </a:r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     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Sep 13, 2026, 7:06 PM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9409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0369A1"/>
                </a:solidFill>
              </a:rPr>
              <a:t>WHAT THIS ANALYSIS COVERS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9409176" cy="56692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At a glance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66928" y="1353312"/>
            <a:ext cx="11055096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Shape 4"/>
          <p:cNvSpPr/>
          <p:nvPr/>
        </p:nvSpPr>
        <p:spPr>
          <a:xfrm>
            <a:off x="566928" y="1481328"/>
            <a:ext cx="2516886" cy="1024128"/>
          </a:xfrm>
          <a:prstGeom prst="roundRect">
            <a:avLst>
              <a:gd name="adj" fmla="val 535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8096" y="1645920"/>
            <a:ext cx="211455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64748B"/>
                </a:solidFill>
              </a:rPr>
              <a:t>STATUS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68096" y="1901952"/>
            <a:ext cx="211455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</a:rPr>
              <a:t>Investigating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3412998" y="1481328"/>
            <a:ext cx="2516886" cy="1024128"/>
          </a:xfrm>
          <a:prstGeom prst="roundRect">
            <a:avLst>
              <a:gd name="adj" fmla="val 535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14166" y="1645920"/>
            <a:ext cx="211455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64748B"/>
                </a:solidFill>
              </a:rPr>
              <a:t>NODES ANALYSED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614166" y="1901952"/>
            <a:ext cx="211455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</a:rPr>
              <a:t>16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6259068" y="1481328"/>
            <a:ext cx="2516886" cy="1024128"/>
          </a:xfrm>
          <a:prstGeom prst="roundRect">
            <a:avLst>
              <a:gd name="adj" fmla="val 535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60236" y="1645920"/>
            <a:ext cx="211455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64748B"/>
                </a:solidFill>
              </a:rPr>
              <a:t>EVIDENCE ITEMS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460236" y="1901952"/>
            <a:ext cx="211455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</a:rPr>
              <a:t>2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9105138" y="1481328"/>
            <a:ext cx="2516886" cy="1024128"/>
          </a:xfrm>
          <a:prstGeom prst="roundRect">
            <a:avLst>
              <a:gd name="adj" fmla="val 535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06306" y="1645920"/>
            <a:ext cx="211455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64748B"/>
                </a:solidFill>
              </a:rPr>
              <a:t>SECTIONS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9306306" y="1901952"/>
            <a:ext cx="211455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</a:rPr>
              <a:t>1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66928" y="2880360"/>
            <a:ext cx="110550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Contents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66928" y="3310128"/>
            <a:ext cx="52532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369A1"/>
                </a:solidFill>
              </a:rPr>
              <a:t>01  </a:t>
            </a:r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2. Incident details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   1 item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327648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12140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DD3FC"/>
                </a:solidFill>
              </a:rPr>
              <a:t>01 / 01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2505456"/>
            <a:ext cx="11055096" cy="8595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2. Incident details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66928" y="3401568"/>
            <a:ext cx="7738567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66928" y="3986784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DD3FC"/>
                </a:solidFill>
              </a:rPr>
              <a:t>1 item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66928" y="4846320"/>
            <a:ext cx="11055096" cy="493776"/>
          </a:xfrm>
          <a:prstGeom prst="chevron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76656" y="4846320"/>
            <a:ext cx="10835640" cy="4937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2. Incident details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327648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9409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0369A1"/>
                </a:solidFill>
              </a:rPr>
              <a:t>2. INCIDENT DETAILS   •   INCIDENT_DETAILS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9409176" cy="56692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Finished tortilla output from Line 3 was posted against the production order used for dough batches. The pallet…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66928" y="1353312"/>
            <a:ext cx="11055096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Shape 4"/>
          <p:cNvSpPr/>
          <p:nvPr/>
        </p:nvSpPr>
        <p:spPr>
          <a:xfrm>
            <a:off x="566928" y="1481328"/>
            <a:ext cx="5362956" cy="804672"/>
          </a:xfrm>
          <a:prstGeom prst="roundRect">
            <a:avLst>
              <a:gd name="adj" fmla="val 568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85216" y="1572768"/>
            <a:ext cx="45720" cy="621792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8" name="Text 6"/>
          <p:cNvSpPr/>
          <p:nvPr/>
        </p:nvSpPr>
        <p:spPr>
          <a:xfrm>
            <a:off x="768096" y="1600200"/>
            <a:ext cx="49606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64748B"/>
                </a:solidFill>
              </a:rPr>
              <a:t>WHERE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68096" y="1810512"/>
            <a:ext cx="4960620" cy="34747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0F172A"/>
                </a:solidFill>
              </a:rPr>
              <a:t>DC-2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327648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Synzapp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Tortilla output posted against dough-batch production order on Line 3</dc:title>
  <dc:subject>Tortilla output posted against dough-batch production order on Line 3</dc:subject>
  <dc:creator>Synzapp RCA</dc:creator>
  <cp:lastModifiedBy>Synzapp RCA</cp:lastModifiedBy>
  <cp:revision>1</cp:revision>
  <dcterms:created xsi:type="dcterms:W3CDTF">2026-09-15T05:20:04Z</dcterms:created>
  <dcterms:modified xsi:type="dcterms:W3CDTF">2026-09-15T05:20:04Z</dcterms:modified>
</cp:coreProperties>
</file>