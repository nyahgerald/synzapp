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YNZAPP_RC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217920"/>
            <a:ext cx="1105509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32764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RCA-2026-ZB9PL2  •  Fire under the oven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965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DD3FC"/>
                </a:solidFill>
              </a:rPr>
              <a:t>ROOT CAUSE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395728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Tortilla output posted against dough-batch production order on Line 3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68680" y="404164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Fire under the oven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617720"/>
            <a:ext cx="2194560" cy="2743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92040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RCA-2026-ZB9PL2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Investigating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Sep 13, 2026, 7:06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WHAT THIS ANALYSIS COVERS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At a glance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STATUS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Investigating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1299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416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NODES ANALYSED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416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16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023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EVIDENCE ITEMS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6023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10513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0630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SECTIONS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30630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2880360"/>
            <a:ext cx="11055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Contents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52532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01  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2. Incident details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1 item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214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DD3FC"/>
                </a:solidFill>
              </a:rPr>
              <a:t>01 /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505456"/>
            <a:ext cx="11055096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2. Incident details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773856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3986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</a:rPr>
              <a:t>1 item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846320"/>
            <a:ext cx="11055096" cy="493776"/>
          </a:xfrm>
          <a:prstGeom prst="chevron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4846320"/>
            <a:ext cx="108356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2. Incident details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2. INCIDENT DETAILS   •   INCIDENT_DETAILS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Finished tortilla output from Line 3 was posted against the production order used for dough batches. The pallet…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WHERE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DC-2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Synzapp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Tortilla output posted against dough-batch production order on Line 3</dc:title>
  <dc:subject>Tortilla output posted against dough-batch production order on Line 3</dc:subject>
  <dc:creator>Synzapp RCA</dc:creator>
  <cp:lastModifiedBy>Synzapp RCA</cp:lastModifiedBy>
  <cp:revision>1</cp:revision>
  <dcterms:created xsi:type="dcterms:W3CDTF">2026-09-15T17:42:32Z</dcterms:created>
  <dcterms:modified xsi:type="dcterms:W3CDTF">2026-09-15T17:42:32Z</dcterms:modified>
</cp:coreProperties>
</file>